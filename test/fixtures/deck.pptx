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첫 슬라이드 노트입니다.</a:t>
            </a:r>
          </a:p>
          <a:p>
            <a:r>
              <a:t>두 번째 문단.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숨긴 슬라이드의 노트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마지막 슬라이드: RAG와 파인튜닝의 차이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생성형 AI란?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토큰과 예측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숨긴 슬라이드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정리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